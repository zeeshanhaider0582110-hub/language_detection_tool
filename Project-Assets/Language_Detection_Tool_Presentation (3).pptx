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1374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Language Detection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400800" cy="283273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Group Members</a:t>
            </a:r>
          </a:p>
          <a:p>
            <a:r>
              <a:rPr lang="en-US" b="1" dirty="0"/>
              <a:t>Zeeshan Haider 7936</a:t>
            </a:r>
          </a:p>
          <a:p>
            <a:r>
              <a:rPr lang="en-US" b="1" dirty="0"/>
              <a:t>Roman Uddin 7994</a:t>
            </a:r>
          </a:p>
          <a:p>
            <a:r>
              <a:rPr lang="en-US" b="1" dirty="0"/>
              <a:t>Muhammad Uzair 9527</a:t>
            </a:r>
          </a:p>
          <a:p>
            <a:r>
              <a:rPr lang="en-US" b="1" dirty="0"/>
              <a:t>Mudasir Hussain 9171</a:t>
            </a:r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772400" y="27432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LOGO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C81B97-FC20-8331-25DC-D689E5671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39065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7492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Detection is a part of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identifies the language of a given text automatically.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Why is it Important?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communicate in multiple languages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Apps need to understand user input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for chatbots &amp; translation systems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“¿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cómo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estás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hoy?”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Spanish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sz="2400" dirty="0"/>
          </a:p>
        </p:txBody>
      </p:sp>
      <p:sp>
        <p:nvSpPr>
          <p:cNvPr id="4" name="Rectangle 3"/>
          <p:cNvSpPr/>
          <p:nvPr/>
        </p:nvSpPr>
        <p:spPr>
          <a:xfrm>
            <a:off x="7772400" y="27432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LOGO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1FC795-B192-6A63-15F9-1284C6467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8943"/>
          </a:xfrm>
        </p:spPr>
        <p:txBody>
          <a:bodyPr>
            <a:normAutofit fontScale="6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Text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any text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Lowercase 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symbols 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text 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TF-IDF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text into numbers 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 classifier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&amp; accurate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Output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detected language</a:t>
            </a:r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772400" y="27432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LOGO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DCAFA4-F5E6-4B0D-E14B-7E4201F5A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02CAA-4D25-4C91-80E2-7ACDF3823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Technologies Used</a:t>
            </a: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ADA0C1-3CEE-4A60-A0CB-0DC8071F8C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277856"/>
            <a:ext cx="7012745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PK" sz="2000" b="1" dirty="0">
                <a:latin typeface="Arial" panose="020B0604020202020204" pitchFamily="34" charset="0"/>
              </a:rPr>
              <a:t>1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Python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programming language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build backend logic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language detection processing </a:t>
            </a:r>
            <a:endParaRPr kumimoji="0" lang="en-PK" altLang="en-PK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 Flask (Web Framework)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Python web framework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the website (frontend + backend connection)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routes like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form submission </a:t>
            </a:r>
            <a:endParaRPr kumimoji="0" lang="en-PK" altLang="en-PK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PK" altLang="en-PK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langdetect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Library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learning-based language detection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language from input text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multiple world languages </a:t>
            </a:r>
            <a:endParaRPr kumimoji="0" lang="en-PK" altLang="en-PK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HTML5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web page structure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box, buttons, and output display </a:t>
            </a:r>
            <a:endParaRPr kumimoji="0" lang="en-PK" altLang="en-PK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889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02CAA-4D25-4C91-80E2-7ACDF3823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Technologies Used</a:t>
            </a: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ADA0C1-3CEE-4A60-A0CB-0DC8071F8C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85579"/>
            <a:ext cx="7561385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CSS3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Styles the website 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UI modern and professional 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Controls layout, </a:t>
            </a:r>
            <a:r>
              <a:rPr kumimoji="0" lang="en-PK" altLang="en-PK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colors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design </a:t>
            </a:r>
            <a:endParaRPr kumimoji="0" lang="en-PK" altLang="en-PK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6. Jinja2 Template Engine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into Flask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Connects Python data with HTML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{{ language }}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{{ text }}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PK" altLang="en-PK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7. VS Code (Development Tool)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write and run code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debugging and file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Web Browser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Runs the final application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output at:</a:t>
            </a:r>
            <a:b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http://127.0.0.1:5000/</a:t>
            </a: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645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Audience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Who will use this system?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user language automatically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Websites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content in user language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Developers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conversation accuracy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 Systems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queries based on language</a:t>
            </a:r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772400" y="27432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LOGO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859F6D-6834-C6BE-9A0B-6D02E93C8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Perspective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we will sell: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API-based service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model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into apps/websites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Why clients will buy: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experience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global users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&amp; cost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automation</a:t>
            </a:r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772400" y="27432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259</Words>
  <Application>Microsoft Office PowerPoint</Application>
  <PresentationFormat>On-screen Show (4:3)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Unicode MS</vt:lpstr>
      <vt:lpstr>Calibri</vt:lpstr>
      <vt:lpstr>Times New Roman</vt:lpstr>
      <vt:lpstr>Office Theme</vt:lpstr>
      <vt:lpstr>Language Detection Tool</vt:lpstr>
      <vt:lpstr>Introduction</vt:lpstr>
      <vt:lpstr>Approach</vt:lpstr>
      <vt:lpstr>Technologies Used</vt:lpstr>
      <vt:lpstr>Technologies Used</vt:lpstr>
      <vt:lpstr>Target Audience</vt:lpstr>
      <vt:lpstr>Sales Perspective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Detection Tool</dc:title>
  <dc:subject/>
  <dc:creator>Zeeshan Haider</dc:creator>
  <cp:keywords/>
  <dc:description>generated using python-pptx</dc:description>
  <cp:lastModifiedBy>mui</cp:lastModifiedBy>
  <cp:revision>6</cp:revision>
  <dcterms:created xsi:type="dcterms:W3CDTF">2013-01-27T09:14:16Z</dcterms:created>
  <dcterms:modified xsi:type="dcterms:W3CDTF">2026-05-13T17:46:15Z</dcterms:modified>
  <cp:category/>
</cp:coreProperties>
</file>